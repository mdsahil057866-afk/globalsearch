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GlobalSearch Ecosystem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9933"/>
                </a:solidFill>
              </a:rPr>
              <a:t>A Step Towards 'Atmanirbhar Digital Administration'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808"/>
                </a:solidFill>
              </a:rPr>
              <a:t>Empowering the District with Secure, Sovereign &amp; Inclusive Technology.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</a:rPr>
              <a:t>The Vision (Project Objective)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What is GlobalSearch?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 100% secure, Indian alternative to foreign search engines, designed as a 'Super App'.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Core Administrative Benefit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Providing citizens with education, health, safety, and employment services on a single platform.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Data Sovereignty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'Zero-Logs Policy' - Citizen data remains secure and localized within the country.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</a:rPr>
              <a:t>Citizen Safety First (Zygo - Next-Gen Mobility)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Women's Safety (Women-Only Safe Mode)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Exclusive option for female passengers to request female drivers, strengthening law and order.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Transparent Commuting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Real-time fare negotiation to protect citizens from overcharging.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AR Radar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Augmented Reality technology to safely locate cabs in crowded bus stands or stations.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</a:rPr>
              <a:t>Smart City &amp; Traffic Management (NaviMap)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Live Safety Scoring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Real-time 'Safety Score' for every route, helping the administration identify unsafe areas.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Disaster &amp; Emergency Management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Accurate mapping of hospitals, police stations, and EV charging stations.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Urban Planning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3D Holographic view for precise analysis of city traffic and routes.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</a:rPr>
              <a:t>Rural Digital Inclusion (VillageNet)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Connectivity to Every Village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Using 'Mesh Networking' to provide internet to remote villages without massive telecom towers.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Panchayat Integration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Connecting Gram Panchayats to the digital mainstream to deliver government schemes directly to the public.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</a:rPr>
              <a:t>AI for the Common Man (BharatAI)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Multilingual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Available in 30+ regional languages so language is no longer a barrier.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Farmer Mode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AI provides satellite weather data, crop rotation advice, and soil moisture info in the farmer's local language.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Student Mode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Providing education to remote students in their mother tongue.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</a:rPr>
              <a:t>Boosting Local Economy (ShopNova &amp; SwiftPay)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Empowering Local Businesses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 platform for local shopkeepers and farmers to sell their products online.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Digital Payments (SwiftPay)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Secure digital transactions that promote a Cashless Economy.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CraveDrop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 zero-commission delivery model for local restaurants and vendors.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</a:rPr>
              <a:t>Proposal for Pilot 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Our Request to the DM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Permission to launch a Pilot Project of this ecosystem in a selected Block or Municipal Corporation area.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Administrative Collaboration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We want to integrate this system with local traffic police, women safety cells, and Gram Panchayats.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Goal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To make the district a role model for 'Smart &amp; Sovereign Tech' for the entire country.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</a:rPr>
              <a:t>Live Project Demo &amp; Access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The live version of the project is fully ready for the administration to test.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Portal URL: http://192.168.43.14:5173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</a:rPr>
              <a:t>Demo Credentials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ID: dm_demo@globalsearch, Pass: secure123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28800"/>
            <a:ext cx="228600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42062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BFF"/>
                </a:solidFill>
              </a:rPr>
              <a:t>Scan to Open in Phone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GlobalSearch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GlobalSearch</dc:creator>
  <cp:lastModifiedBy>GlobalSearch</cp:lastModifiedBy>
  <cp:revision>1</cp:revision>
  <dcterms:created xsi:type="dcterms:W3CDTF">2026-06-26T20:03:39Z</dcterms:created>
  <dcterms:modified xsi:type="dcterms:W3CDTF">2026-06-26T20:03:39Z</dcterms:modified>
</cp:coreProperties>
</file>