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62" r:id="rId6"/>
    <p:sldId id="263" r:id="rId7"/>
    <p:sldId id="259" r:id="rId8"/>
    <p:sldId id="260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INDISearch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t>A Seamless, Intelligent, and Multi-Lingual Search Experience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47" y="490772"/>
            <a:ext cx="6224953" cy="33954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068" y="14068"/>
            <a:ext cx="9158068" cy="1403570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Algerian" pitchFamily="82" charset="0"/>
              </a:rPr>
              <a:t>Outline</a:t>
            </a:r>
            <a:endParaRPr lang="en-US" dirty="0">
              <a:solidFill>
                <a:schemeClr val="bg1"/>
              </a:solidFill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37958"/>
            <a:ext cx="9144000" cy="5620042"/>
          </a:xfrm>
          <a:solidFill>
            <a:schemeClr val="tx2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dirty="0" smtClean="0">
                <a:latin typeface="Algerian" pitchFamily="82" charset="0"/>
              </a:rPr>
              <a:t>Introduction</a:t>
            </a:r>
          </a:p>
          <a:p>
            <a:r>
              <a:rPr lang="en-US" dirty="0" smtClean="0">
                <a:latin typeface="Algerian" pitchFamily="82" charset="0"/>
              </a:rPr>
              <a:t>Need for Project</a:t>
            </a:r>
          </a:p>
          <a:p>
            <a:r>
              <a:rPr lang="en-US" dirty="0" smtClean="0">
                <a:latin typeface="Algerian" pitchFamily="82" charset="0"/>
              </a:rPr>
              <a:t>Problem Statement</a:t>
            </a:r>
          </a:p>
          <a:p>
            <a:r>
              <a:rPr lang="en-US" dirty="0" smtClean="0">
                <a:latin typeface="Algerian" pitchFamily="82" charset="0"/>
              </a:rPr>
              <a:t>Objectives</a:t>
            </a:r>
          </a:p>
          <a:p>
            <a:r>
              <a:rPr lang="en-US" dirty="0" smtClean="0">
                <a:latin typeface="Algerian" pitchFamily="82" charset="0"/>
              </a:rPr>
              <a:t>Language Used</a:t>
            </a:r>
          </a:p>
          <a:p>
            <a:r>
              <a:rPr lang="en-US" dirty="0" smtClean="0">
                <a:latin typeface="Algerian" pitchFamily="82" charset="0"/>
              </a:rPr>
              <a:t>Result</a:t>
            </a:r>
          </a:p>
          <a:p>
            <a:r>
              <a:rPr lang="en-US" dirty="0" smtClean="0">
                <a:latin typeface="Algerian" pitchFamily="82" charset="0"/>
              </a:rPr>
              <a:t>Challenges </a:t>
            </a:r>
          </a:p>
          <a:p>
            <a:r>
              <a:rPr lang="en-US" dirty="0" smtClean="0">
                <a:latin typeface="Algerian" pitchFamily="82" charset="0"/>
              </a:rPr>
              <a:t>Future work</a:t>
            </a:r>
          </a:p>
          <a:p>
            <a:r>
              <a:rPr lang="en-US" dirty="0" smtClean="0">
                <a:latin typeface="Algerian" pitchFamily="82" charset="0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07834" cy="1143000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Introduction to INDISearch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rPr dirty="0"/>
              <a:t>A modern search engine featuring a clean, intuitive layout</a:t>
            </a:r>
            <a:r>
              <a:rPr dirty="0" smtClean="0"/>
              <a:t>.</a:t>
            </a: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dirty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rPr dirty="0"/>
              <a:t>Built to deliver fast, accurate, and visually appealing search results</a:t>
            </a:r>
            <a:r>
              <a:rPr dirty="0" smtClean="0"/>
              <a:t>.</a:t>
            </a: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dirty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rPr dirty="0"/>
              <a:t>Focuses on a professional visual identity and seamless user experience.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418" y="506437"/>
            <a:ext cx="1118382" cy="728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126480" cy="1143000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Real-Time Search</a:t>
            </a:r>
            <a:r>
              <a:rPr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:</a:t>
            </a:r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dirty="0"/>
              <a:t>Dynamically display user-queried content instantly</a:t>
            </a:r>
            <a:r>
              <a:rPr dirty="0" smtClean="0"/>
              <a:t>.</a:t>
            </a: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dirty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Custom Visual Identity</a:t>
            </a:r>
            <a:r>
              <a:rPr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:</a:t>
            </a:r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dirty="0"/>
              <a:t>Fully responsive logo and layout avoiding clipping issues</a:t>
            </a:r>
            <a:r>
              <a:rPr dirty="0" smtClean="0"/>
              <a:t>.</a:t>
            </a: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dirty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rPr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Google-Inspired </a:t>
            </a:r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Layout</a:t>
            </a:r>
            <a:r>
              <a:rPr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:</a:t>
            </a:r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dirty="0"/>
              <a:t>Familiar, comfortable, and easy to navigate</a:t>
            </a:r>
            <a:r>
              <a:rPr dirty="0" smtClean="0"/>
              <a:t>.</a:t>
            </a: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dirty="0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702" y="274638"/>
            <a:ext cx="1977098" cy="1078418"/>
          </a:xfrm>
          <a:prstGeom prst="roundRect">
            <a:avLst>
              <a:gd name="adj" fmla="val 1099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64566"/>
          </a:xfrm>
          <a:solidFill>
            <a:schemeClr val="tx2">
              <a:lumMod val="50000"/>
            </a:schemeClr>
          </a:solidFill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Sustainable Infrastructure – 100% Water-Free </a:t>
            </a:r>
            <a:br>
              <a:rPr 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Data Center</a:t>
            </a:r>
            <a:endParaRPr lang="en-U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4566"/>
            <a:ext cx="9144000" cy="5493434"/>
          </a:xfrm>
          <a:solidFill>
            <a:schemeClr val="tx2">
              <a:lumMod val="50000"/>
            </a:schemeClr>
          </a:solidFill>
        </p:spPr>
        <p:txBody>
          <a:bodyPr>
            <a:normAutofit fontScale="92500" lnSpcReduction="10000"/>
          </a:bodyPr>
          <a:lstStyle/>
          <a:p>
            <a:pPr>
              <a:buFont typeface="Arial" charset="0"/>
              <a:buChar char="•"/>
            </a:pPr>
            <a:endParaRPr lang="en-US" b="1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>
              <a:buFont typeface="Arial" charset="0"/>
              <a:buChar char="•"/>
            </a:pPr>
            <a:r>
              <a:rPr lang="en-US" sz="30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Zero Water Waste:</a:t>
            </a:r>
            <a:r>
              <a:rPr lang="en-US" sz="30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000" dirty="0" smtClean="0">
                <a:solidFill>
                  <a:schemeClr val="bg1"/>
                </a:solidFill>
              </a:rPr>
              <a:t>100% elimination of traditional water-evaporation cooling.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buFont typeface="Arial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r>
              <a:rPr lang="en-US" sz="30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Air-Cooled Chillers:</a:t>
            </a:r>
            <a:r>
              <a:rPr lang="en-US" sz="30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000" dirty="0" smtClean="0">
                <a:solidFill>
                  <a:schemeClr val="bg1"/>
                </a:solidFill>
              </a:rPr>
              <a:t>High-efficiency fans and closed-loop compressors instead of water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sz="30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Direct-to-Chip Tech</a:t>
            </a:r>
            <a:r>
              <a:rPr lang="en-US" sz="26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26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000" dirty="0" smtClean="0">
                <a:solidFill>
                  <a:schemeClr val="bg1"/>
                </a:solidFill>
              </a:rPr>
              <a:t>Uses non-conductive dielectric fluid to cool processors safely.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sz="30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Immersion Ready:</a:t>
            </a:r>
            <a:r>
              <a:rPr lang="en-US" sz="30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000" dirty="0" smtClean="0">
                <a:solidFill>
                  <a:schemeClr val="bg1"/>
                </a:solidFill>
              </a:rPr>
              <a:t>Future-proof architecture supporting liquid-submersion tanks.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373" y="675249"/>
            <a:ext cx="1263747" cy="6893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600200"/>
          </a:xfrm>
          <a:solidFill>
            <a:schemeClr val="tx2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Strategic Advantages 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3999" cy="5257800"/>
          </a:xfrm>
          <a:solidFill>
            <a:schemeClr val="tx2">
              <a:lumMod val="50000"/>
            </a:schemeClr>
          </a:solidFill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Green IT Alignment:</a:t>
            </a:r>
            <a:r>
              <a:rPr lang="en-US" sz="28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Preserves vital local water     resources.</a:t>
            </a:r>
          </a:p>
          <a:p>
            <a:pPr>
              <a:buFont typeface="Arial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r>
              <a:rPr 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Deploy Anywhere</a:t>
            </a:r>
            <a:r>
              <a:rPr lang="en-US" sz="2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24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No water-source dependency; can be set up in any region.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Low Maintenance:</a:t>
            </a:r>
            <a:r>
              <a:rPr lang="en-US" sz="28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Zero risks of pipe corrosion, scaling, or water leaks.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Investor &amp; Govt. Appeal:</a:t>
            </a:r>
            <a:r>
              <a:rPr lang="en-US" sz="28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Stronger pitch for government approvals and green grants</a:t>
            </a:r>
            <a:r>
              <a:rPr lang="en-US" sz="2800" dirty="0" smtClean="0">
                <a:solidFill>
                  <a:schemeClr val="bg1"/>
                </a:solidFill>
              </a:rPr>
              <a:t>.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145" y="323557"/>
            <a:ext cx="1798906" cy="9812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Advanced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rPr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AI Overviews: </a:t>
            </a:r>
            <a:r>
              <a:rPr dirty="0" smtClean="0"/>
              <a:t>Quick</a:t>
            </a:r>
            <a:r>
              <a:rPr dirty="0"/>
              <a:t>, intelligent summaries of search queries</a:t>
            </a:r>
            <a:r>
              <a:rPr dirty="0" smtClean="0"/>
              <a:t>.</a:t>
            </a: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dirty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Knowledge Panels: </a:t>
            </a:r>
            <a:r>
              <a:rPr dirty="0"/>
              <a:t>In-depth information boxes for entities and popular searches</a:t>
            </a:r>
            <a:r>
              <a:rPr dirty="0" smtClean="0"/>
              <a:t>.</a:t>
            </a: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Multi-Language Translation System: </a:t>
            </a:r>
            <a:r>
              <a:rPr dirty="0"/>
              <a:t>Breaking language barriers for global accessibility.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605" y="182880"/>
            <a:ext cx="1831143" cy="9988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Frontend</a:t>
            </a:r>
            <a:r>
              <a:rPr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:</a:t>
            </a:r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dirty="0"/>
              <a:t>React with </a:t>
            </a:r>
            <a:r>
              <a:rPr dirty="0" err="1"/>
              <a:t>Vite</a:t>
            </a:r>
            <a:r>
              <a:rPr dirty="0"/>
              <a:t> for lightning-fast performance</a:t>
            </a:r>
            <a:r>
              <a:rPr dirty="0" smtClean="0"/>
              <a:t>.</a:t>
            </a: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dirty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Backend: </a:t>
            </a:r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dirty="0" smtClean="0"/>
              <a:t>Node.js </a:t>
            </a:r>
            <a:r>
              <a:rPr dirty="0"/>
              <a:t>for robust API and data handling</a:t>
            </a:r>
            <a:r>
              <a:rPr dirty="0" smtClean="0"/>
              <a:t>.</a:t>
            </a: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dirty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Deployment: </a:t>
            </a:r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dirty="0" err="1" smtClean="0"/>
              <a:t>Vercel</a:t>
            </a:r>
            <a:r>
              <a:rPr dirty="0" smtClean="0"/>
              <a:t> </a:t>
            </a:r>
            <a:r>
              <a:rPr dirty="0"/>
              <a:t>for scalable, global edge delivery</a:t>
            </a:r>
            <a:r>
              <a:rPr dirty="0" smtClean="0"/>
              <a:t>.</a:t>
            </a: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dirty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Styling: </a:t>
            </a:r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dirty="0" smtClean="0"/>
              <a:t>Modern </a:t>
            </a:r>
            <a:r>
              <a:rPr dirty="0"/>
              <a:t>CSS frameworks ensuring a responsive, polished UI.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372" y="182880"/>
            <a:ext cx="1941342" cy="10589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167489" cy="1143000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 smtClean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rPr dirty="0" smtClean="0"/>
              <a:t>INDISearch </a:t>
            </a:r>
            <a:r>
              <a:rPr dirty="0"/>
              <a:t>is poised to redefine how users interact with search engines</a:t>
            </a:r>
            <a:r>
              <a:rPr dirty="0" smtClean="0"/>
              <a:t>.</a:t>
            </a: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dirty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rPr dirty="0"/>
              <a:t>Combining AI, intuitive design, and global accessibility</a:t>
            </a:r>
            <a:r>
              <a:rPr dirty="0" smtClean="0"/>
              <a:t>.</a:t>
            </a:r>
            <a:endParaRPr lang="en-US" dirty="0" smtClean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endParaRPr dirty="0"/>
          </a:p>
          <a:p>
            <a:pPr>
              <a:defRPr sz="2400">
                <a:solidFill>
                  <a:srgbClr val="CBD5E1"/>
                </a:solidFill>
                <a:latin typeface="Segoe UI"/>
              </a:defRPr>
            </a:pPr>
            <a:r>
              <a:rPr dirty="0"/>
              <a:t>A powerful foundation for the future of search technology.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79" y="182880"/>
            <a:ext cx="2263721" cy="12347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319</Words>
  <Application>Microsoft Office PowerPoint</Application>
  <PresentationFormat>On-screen Show (4:3)</PresentationFormat>
  <Paragraphs>67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INDISearch</vt:lpstr>
      <vt:lpstr>Outline</vt:lpstr>
      <vt:lpstr>Introduction to INDISearch</vt:lpstr>
      <vt:lpstr>Core Features</vt:lpstr>
      <vt:lpstr>Sustainable Infrastructure – 100% Water-Free  Data Center</vt:lpstr>
      <vt:lpstr>Strategic Advantages  </vt:lpstr>
      <vt:lpstr>Advanced Capabilities</vt:lpstr>
      <vt:lpstr>Technology Stack</vt:lpstr>
      <vt:lpstr>Conclusion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INDISearch</dc:title>
  <dc:subject/>
  <dc:creator/>
  <cp:keywords/>
  <dc:description>generated using python-pptx</dc:description>
  <cp:lastModifiedBy>LC</cp:lastModifiedBy>
  <cp:revision>32</cp:revision>
  <dcterms:created xsi:type="dcterms:W3CDTF">2013-01-27T09:14:16Z</dcterms:created>
  <dcterms:modified xsi:type="dcterms:W3CDTF">2026-06-26T18:46:37Z</dcterms:modified>
  <cp:category/>
</cp:coreProperties>
</file>